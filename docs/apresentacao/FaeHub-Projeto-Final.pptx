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c938e78924a87" /><Relationship Type="http://schemas.openxmlformats.org/officeDocument/2006/relationships/extended-properties" Target="/docProps/app.xml" Id="R4be822db4ddd4820" /><Relationship Type="http://schemas.openxmlformats.org/officeDocument/2006/relationships/officeDocument" Target="/ppt/presentation.xml" Id="R81fea69dcb5d44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1c41a7dddd4bb9"/>
  </p:sldMasterIdLst>
  <p:notesMasterIdLst>
    <p:notesMasterId xmlns:r="http://schemas.openxmlformats.org/officeDocument/2006/relationships" r:id="Rba879f8ae7264dfd"/>
  </p:notesMasterIdLst>
  <p:sldIdLst>
    <p:sldId xmlns:r="http://schemas.openxmlformats.org/officeDocument/2006/relationships" id="256" r:id="R04051eddb0bf4303"/>
    <p:sldId xmlns:r="http://schemas.openxmlformats.org/officeDocument/2006/relationships" id="257" r:id="Rd2bd4cfd47b344dd"/>
    <p:sldId xmlns:r="http://schemas.openxmlformats.org/officeDocument/2006/relationships" id="258" r:id="R0aea13c5e30d4bd2"/>
    <p:sldId xmlns:r="http://schemas.openxmlformats.org/officeDocument/2006/relationships" id="259" r:id="R95cf28aeb0cc4304"/>
    <p:sldId xmlns:r="http://schemas.openxmlformats.org/officeDocument/2006/relationships" id="260" r:id="R13212c69b17949c2"/>
    <p:sldId xmlns:r="http://schemas.openxmlformats.org/officeDocument/2006/relationships" id="261" r:id="Ra2ea55d4054247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c01aa7d1c14283" /><Relationship Type="http://schemas.openxmlformats.org/officeDocument/2006/relationships/slideMaster" Target="/ppt/slideMasters/slideMaster1.xml" Id="R4b1c41a7dddd4bb9" /><Relationship Type="http://schemas.openxmlformats.org/officeDocument/2006/relationships/notesMaster" Target="/ppt/notesMasters/notesMaster1.xml" Id="Rba879f8ae7264dfd" /><Relationship Type="http://schemas.openxmlformats.org/officeDocument/2006/relationships/presProps" Target="/ppt/presProps.xml" Id="R3e8d53f6d703400d" /><Relationship Type="http://schemas.openxmlformats.org/officeDocument/2006/relationships/tableStyles" Target="/ppt/tableStyles.xml" Id="Rb1e103bd62d04053" /><Relationship Type="http://schemas.openxmlformats.org/officeDocument/2006/relationships/slide" Target="/ppt/slides/slide1.xml" Id="R04051eddb0bf4303" /><Relationship Type="http://schemas.openxmlformats.org/officeDocument/2006/relationships/slide" Target="/ppt/slides/slide2.xml" Id="Rd2bd4cfd47b344dd" /><Relationship Type="http://schemas.openxmlformats.org/officeDocument/2006/relationships/slide" Target="/ppt/slides/slide3.xml" Id="R0aea13c5e30d4bd2" /><Relationship Type="http://schemas.openxmlformats.org/officeDocument/2006/relationships/slide" Target="/ppt/slides/slide4.xml" Id="R95cf28aeb0cc4304" /><Relationship Type="http://schemas.openxmlformats.org/officeDocument/2006/relationships/slide" Target="/ppt/slides/slide5.xml" Id="R13212c69b17949c2" /><Relationship Type="http://schemas.openxmlformats.org/officeDocument/2006/relationships/slide" Target="/ppt/slides/slide6.xml" Id="Ra2ea55d4054247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13fb853e31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9882a47dc24d80" /><Relationship Type="http://schemas.openxmlformats.org/officeDocument/2006/relationships/notesMaster" Target="/ppt/notesMasters/notesMaster1.xml" Id="R7499fb7183964a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2b5a8685394924" /><Relationship Type="http://schemas.openxmlformats.org/officeDocument/2006/relationships/notesMaster" Target="/ppt/notesMasters/notesMaster1.xml" Id="Rf406e4dd9a7849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99a5e465a04a22" /><Relationship Type="http://schemas.openxmlformats.org/officeDocument/2006/relationships/notesMaster" Target="/ppt/notesMasters/notesMaster1.xml" Id="R868a2e8964b840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e53b670c504454" /><Relationship Type="http://schemas.openxmlformats.org/officeDocument/2006/relationships/notesMaster" Target="/ppt/notesMasters/notesMaster1.xml" Id="R7950dbef378b4e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e1484503c45b0" /><Relationship Type="http://schemas.openxmlformats.org/officeDocument/2006/relationships/notesMaster" Target="/ppt/notesMasters/notesMaster1.xml" Id="Ra12c930e642d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91b898dd094b62" /><Relationship Type="http://schemas.openxmlformats.org/officeDocument/2006/relationships/notesMaster" Target="/ppt/notesMasters/notesMaster1.xml" Id="R3771c6ca6acf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Thiago: apresentar o grupo e o sistema. Somos Thiago Souza Zotti e Jonathan Samuel Martins Tannes. O FaeHub+ reúne acompanhamento e gestão escolar em espaços próprios para cada perfil. Fonte: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Thiago: explicar o objetivo geral e relacionar cada objetivo às telas existentes. Fonte: README.md e navegação NAV em 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Thiago: a dispersão de informações é a motivação do projeto, não uma conclusão de pesquisa de campo. Não afirmar adoção institucional nem ganhos medidos. Fonte do contexto: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Jonathan: explicar os atores e casos de uso. A conta autenticada define as permissões. O responsável consulta apenas o estudante vinculado. Mensagens e outros módulos foram omitidos para clareza. Fonte: app.py e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Jonathan: matrícula associa estudante e turma; class_subjects associa turma e disciplina; assessments associa a oferta ao período; assessment_scores associa avaliação e matrícula. Cardinalidades representam vínculos possíveis. Fonte: academic_core.py, migrações 20260925151550 e 20260926133712.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Ambos participam. Divisão sugerida: Thiago apresenta slides 1 a 3, Jonathan apresenta slides 4 e 5. Ensaiar fluxos antes. O banco é remoto: conferir internet e configuração. Levar gravação e slides em pendrive. Não mostrar senhas, tokens ou dados pessoais. Fonte: README.md e docs/apresentacao-projeto-final.md.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c72881c6f4b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a9e02101f40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3d4ba581b4e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b1588c7244f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a70a7e74243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db4aa8b9c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805987-1998-4788-A1CC-F5BEAC2C8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569E77-99C7-4690-B292-5A5CDFCBBA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A87689-38A1-4B80-98DA-88E5E841F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73F935-3688-4EC6-8D3D-237890C165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B92642-80A8-4967-B47C-5761B792D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C3C996-EE90-4700-B7F5-3ED460FD2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699287-BC15-437B-855C-D0DB2E18D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4A165D-E912-4638-B79E-2E5256FDB0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A05A05-0130-4722-B2CE-93BE70575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42A402-8F4B-41B7-8BE8-22C2A60640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5a837ed2241f4" /><Relationship Type="http://schemas.openxmlformats.org/officeDocument/2006/relationships/slideLayout" Target="/ppt/slideLayouts/slideLayout1.xml" Id="R4a4065a3231e4225" /><Relationship Type="http://schemas.openxmlformats.org/officeDocument/2006/relationships/slideLayout" Target="/ppt/slideLayouts/slideLayout2.xml" Id="Rc791b44b04854fcc" /><Relationship Type="http://schemas.openxmlformats.org/officeDocument/2006/relationships/slideLayout" Target="/ppt/slideLayouts/slideLayout3.xml" Id="R62d60baaa0f94986" /><Relationship Type="http://schemas.openxmlformats.org/officeDocument/2006/relationships/slideLayout" Target="/ppt/slideLayouts/slideLayout4.xml" Id="Ra9aea9b7d08546c0" /><Relationship Type="http://schemas.openxmlformats.org/officeDocument/2006/relationships/slideLayout" Target="/ppt/slideLayouts/slideLayout5.xml" Id="R0826f210467a42ba" /><Relationship Type="http://schemas.openxmlformats.org/officeDocument/2006/relationships/slideLayout" Target="/ppt/slideLayouts/slideLayout6.xml" Id="R8ea86e0c5d1c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4065a3231e4225"/>
    <p:sldLayoutId xmlns:r="http://schemas.openxmlformats.org/officeDocument/2006/relationships" id="2147483650" r:id="Rc791b44b04854fcc"/>
    <p:sldLayoutId xmlns:r="http://schemas.openxmlformats.org/officeDocument/2006/relationships" id="2147483651" r:id="R62d60baaa0f94986"/>
    <p:sldLayoutId xmlns:r="http://schemas.openxmlformats.org/officeDocument/2006/relationships" id="2147483652" r:id="Ra9aea9b7d08546c0"/>
    <p:sldLayoutId xmlns:r="http://schemas.openxmlformats.org/officeDocument/2006/relationships" id="2147483653" r:id="R0826f210467a42ba"/>
    <p:sldLayoutId xmlns:r="http://schemas.openxmlformats.org/officeDocument/2006/relationships" id="2147483654" r:id="R8ea86e0c5d1c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e3bffb8644613" /><Relationship Type="http://schemas.openxmlformats.org/officeDocument/2006/relationships/image" Target="/ppt/media/image.bin" Id="R0d1a44e371c94d30" /><Relationship Type="http://schemas.openxmlformats.org/officeDocument/2006/relationships/notesSlide" Target="/ppt/notesSlides/notesSlide1.xml" Id="R738ebdc19b4243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265c366de443e" /><Relationship Type="http://schemas.openxmlformats.org/officeDocument/2006/relationships/notesSlide" Target="/ppt/notesSlides/notesSlide2.xml" Id="Rd353469db3f5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9bf36b38e4394" /><Relationship Type="http://schemas.openxmlformats.org/officeDocument/2006/relationships/notesSlide" Target="/ppt/notesSlides/notesSlide3.xml" Id="R5011a5e040ed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7a17944de4c5b" /><Relationship Type="http://schemas.openxmlformats.org/officeDocument/2006/relationships/notesSlide" Target="/ppt/notesSlides/notesSlide4.xml" Id="R2dd6dfe4317341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c90d2100242d9" /><Relationship Type="http://schemas.openxmlformats.org/officeDocument/2006/relationships/notesSlide" Target="/ppt/notesSlides/notesSlide5.xml" Id="Rfb4edbd596744c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6ff009dc748cb" /><Relationship Type="http://schemas.openxmlformats.org/officeDocument/2006/relationships/notesSlide" Target="/ppt/notesSlides/notesSlide6.xml" Id="R32e628abfd4e4a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7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94C17-69A7-4155-BD76-D615D5C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PROJETO FINAL DE DESENVOLVIMENTO DE SISTEMAS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A005E-3CCC-4C1A-BB9D-F87EF86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FaeHub+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50608-F118-4826-B826-F7232CE9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web de gestão escolar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9F0D8-65ED-4A0D-B8EC-46656557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CE8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8FF"/>
                </a:solidFill>
                <a:latin typeface="Arial"/>
                <a:ea typeface="Arial"/>
                <a:cs typeface="Arial"/>
              </a:rPr>
              <a:t>ETESC / FAETEC Santa Cruz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DEB5-FCBC-4E58-B1FA-666F1AE1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AE4E9-03B8-470B-ADFD-AD332A89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Thiago Souza Zotti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Jonathan Samuel Martins Tannes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33A03-0A37-4D6E-929F-8015DD80E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a44e371c94d30"/>
          <a:stretch xmlns:a="http://schemas.openxmlformats.org/drawingml/2006/main"/>
        </p:blipFill>
        <p:spPr>
          <a:xfrm xmlns:a="http://schemas.openxmlformats.org/drawingml/2006/main">
            <a:off x="8334375" y="2095500"/>
            <a:ext cx="2952750" cy="295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02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ABB59-5F64-4C1D-B050-6D4F58A3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FAEHUB+ / PROJETO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AAA8B-33A1-4E41-A140-65810FC1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4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FDE31-E77F-40DC-AFB0-E6679435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6038-D74D-4286-AF2D-6000BED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05462-E7B3-40B8-8678-6956DF72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Centralizar o acompanhamento acadêmico e as rotinas escolares em uma aplicação web com acesso por perfil.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DC5A1-685A-4AF7-9215-3757E797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6FA02-AFD3-4739-BCEF-EEBDBC9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Consulta acadêmica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C1AC6-1796-4D87-8858-8207F25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Boletim, frequência e horários.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78C5-BF74-40AE-AC99-811BF158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61E0E-B9D8-491E-ACDE-58D04F87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718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Rotina do professor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826DC-84DE-421B-B9EA-7BA5A4A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Notas, chamada e atividades.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F1E45-32E7-46B4-B043-5B341DE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EF157-5647-47FC-971C-475E2CB4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Gestão escolar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37660-D348-444B-922F-4AD666CD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Turmas, matrículas e períodos letivos.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90399-431E-47C4-80AE-AB54C9C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523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56CBB-4DB3-4178-9D94-8255AAD6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244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Comunicação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AE056-DE59-4AD3-B8EC-A7BE8DC4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5305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Mensagens, comunicados e acompanhamento familiar.</a:t>
            </a:r>
          </a:p>
        </p:txBody>
      </p:sp>
    </p:spTree>
    <p:extLst>
      <p:ext uri="{BB962C8B-B14F-4D97-AF65-F5344CB8AC3E}">
        <p14:creationId xmlns:p14="http://schemas.microsoft.com/office/powerpoint/2010/main" val="733173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403C4-986B-4B20-9D5B-AB5A93A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FAEHUB+ / PROJETO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A5913-2AD6-475B-AF4C-B4BF374C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47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2BFEB-1374-457D-85C6-5E5D3CEB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C087F-12FD-4467-B5BF-382445C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Justificativa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DC475-785F-4FBC-A637-7D894FD0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BEAE0-EBA3-4E50-9378-A7F9EAEA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Informações em diferentes registros e canais dificultam a consulta e o acompanhamento escolar.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53B41-D7EE-4F1D-8841-7E61D55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RELEVÂNCIA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AB23F-0651-4A0D-9DA7-407864B5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66975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Um ambiente central facilita o acesso ao histórico, organiza registros e aproxima a comunicação entre escola e família.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938CB-236E-4255-9CA2-399A4C9B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9484E-57A3-46DC-A5CD-18FD291F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CONTEXTO DE APLICAÇÃO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24273-1681-4EFD-9ED2-6FF55ED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Projeto para o contexto da ETESC / FAETEC Santa Cruz, com espaços para aluno, responsável, professor e direção.</a:t>
            </a:r>
          </a:p>
        </p:txBody>
      </p:sp>
    </p:spTree>
    <p:extLst>
      <p:ext uri="{BB962C8B-B14F-4D97-AF65-F5344CB8AC3E}">
        <p14:creationId xmlns:p14="http://schemas.microsoft.com/office/powerpoint/2010/main" val="2130225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CE881-7AC1-4BD0-9434-CE4BD27427A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2305050" y="5414963"/>
            <a:ext cx="895350" cy="22383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03935-8429-433C-BD28-185EA883598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2305050" y="4090988"/>
            <a:ext cx="895350" cy="56673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30F6F-EE23-4247-9B5A-733AD9DD93E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2305050" y="2767013"/>
            <a:ext cx="8953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CFDA5-F641-4316-87D7-E88195F77E8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2305050" y="2695575"/>
            <a:ext cx="89535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A477C8-3ADC-4DB8-8B48-E0771064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FAEHUB+ / PROJETO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6D35F-C649-4EFD-8DB2-F3200297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47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7820D-4801-4E00-ABFA-373F592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690B6-C7C5-4D45-8245-3BA5C98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Diagrama de casos de uso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E6B2A-AB63-4DA0-BC8B-2EA5A05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38325"/>
            <a:ext cx="8820150" cy="420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E16E1-0507-435D-BEFC-FDE43BE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FaeHub+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1E793-FD43-4E0C-9ACC-131687F3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9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1921E-E919-4693-A5A4-D4305EE2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581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Aluno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1B955-E961-496B-A90D-24A844A7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69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2DBE8-8F1F-488F-91DA-7C2CC2BC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581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Responsável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4E229-9A7C-4DD5-8B00-E2052B32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69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BDE62-6B4B-434C-9553-8416CE45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581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Professor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8C0D9-5597-45D2-9E20-336DA5E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69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357EE-D090-4CDA-B68D-F9B244A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581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 algn="ctr"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Direção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290F5-73AA-4AA1-88BD-18F12B5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9825"/>
            <a:ext cx="328612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9EA65-8CB7-4EA6-BA7F-A82FB13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43175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Consultar boletim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e frequência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7FA19-8D01-424C-906B-37A85B68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09825"/>
            <a:ext cx="328612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04DC9-1197-4FAD-B800-6ED579F1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43175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Consultar horários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e enviar atividades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20AE0-DAD2-4257-91C8-8FBE8E9A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33800"/>
            <a:ext cx="328612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84F75-A764-4C22-A8FE-2105DAB8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67150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Registrar notas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e chamada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504EB-235C-44C2-A51C-F11CBA9C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33800"/>
            <a:ext cx="328612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EB2FE-6701-48B1-8E30-6402C46F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67150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Publicar atividades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87339-D6BE-4264-8C62-3D88C8E5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57775"/>
            <a:ext cx="328612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CA4D3-23FC-4321-B113-504CBBE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91125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Gerenciar estrutura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e usuários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3A835-E879-424E-997D-716A73F1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57775"/>
            <a:ext cx="328612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63593-F208-48F2-A4D3-CAD44EB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191125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Consultar relatórios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FEB0A-A248-47B8-96A6-E7EC3C8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71750"/>
            <a:ext cx="25717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19FD4-127E-4026-857D-AAEC7569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66950"/>
            <a:ext cx="1333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984D99-5162-405B-BAC9-20029E7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66950"/>
            <a:ext cx="6896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DDB65D-D416-48AC-BD02-CEBBC4C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66950"/>
            <a:ext cx="1333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5910A2-F721-4B70-906D-58B00BA3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72000"/>
            <a:ext cx="25717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9B842B-101B-4C07-8B60-CC5B5EAE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62350"/>
            <a:ext cx="1333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A6E717-7204-44C1-801C-BB6ACFAF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62350"/>
            <a:ext cx="6896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BA1BD4-C88A-4E17-BEED-0B43D266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62350"/>
            <a:ext cx="1333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0CB3FB-037D-4BCE-8016-09ACF991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43550"/>
            <a:ext cx="25717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075C44-AED8-42BB-9567-5BC58A20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886325"/>
            <a:ext cx="1333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FD3E76-9966-4ED8-A097-1980A4A2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886325"/>
            <a:ext cx="6896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46CB49-B6F0-41A9-A3B3-549A11D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86325"/>
            <a:ext cx="1333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9835C6-565E-4541-917F-733CE0E7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Recorte dos casos principais. A autenticação é precondição comum a todas as ações.</a:t>
            </a:r>
          </a:p>
        </p:txBody>
      </p:sp>
    </p:spTree>
    <p:extLst>
      <p:ext uri="{BB962C8B-B14F-4D97-AF65-F5344CB8AC3E}">
        <p14:creationId xmlns:p14="http://schemas.microsoft.com/office/powerpoint/2010/main" val="2111407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912FFE-E3E8-4396-A086-C711C20A4A6B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7229475" y="3371850"/>
            <a:ext cx="2762250" cy="962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D47418-DFB6-43BF-9E89-79C00E1A8D0A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5562600" y="50053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72F0B6-20CC-4099-A2EE-ACE90A879FC4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991725" y="3371850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4C27ED-64F8-4AFC-A97D-0066D17F2EB3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467225" y="3371850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0C2DA0-B1CC-4B54-B65B-43976271C3D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24850" y="27003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404458-92E0-416A-8A0E-7CE358C1F98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62600" y="27003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AFC8E0-3435-4565-AC84-B7C2B340DCD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00350" y="27003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82230"/>
            </a:solidFill>
            <a:prstDash val="solid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AD890B-4CD3-4E54-B9DF-63144BE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FAEHUB+ / PROJETO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749C9-68FE-4F4D-BA01-4B96F9B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47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07803-D5C8-4BE9-BEC4-54DBA627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16D1C-0F9B-4910-8225-066D0D3C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Diagrama de banco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9421D-FA76-4BF0-9830-B239FC96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1C9E3-0474-4D56-8F77-55A9AEE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F533F-F4C8-4B59-B2E8-AD63CC03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13F6B-B7F1-446C-9D78-A789EBCE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4DEBE-E6B8-4282-BFC7-DE75F66E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2882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84F6E-FDE7-47B3-AFC1-FA4D1E68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288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CACC6-140D-4D25-84ED-80FD088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enrollments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74C6F-8B2F-476F-BAAC-B73F3F84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4792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student_id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class_id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B4634-A42C-41E9-946F-634D2B3E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2882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FAEFB-E26E-43E2-ADAB-3386DBA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288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E698C-3F0F-4D9F-A4BF-92958464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classes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4E102-1604-4D43-A9A5-3A4BFF02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4792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3A59A-A2AC-4D99-8AAE-7B99A31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2882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A3DB6-36B6-4861-B9F6-D6D1CE5D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288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A9B61-624F-4618-A0F5-B8C79905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class_subjects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408D9-31D8-4494-AC88-8277EF4E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4792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class_id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subject_id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1F5C0-44D5-4478-9629-D1140BE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3387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5EA86-6369-44D9-BD42-4F941C8B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338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DFBCF-D9D4-4EF7-B7C9-4386E6FB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81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assessment_scores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77A27-C412-4F79-941D-AB6DBE51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5297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assessment_id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enrollment_id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1DA908-7CA3-404D-BD1E-B26920EB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3387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94AC2-ADC9-4969-953F-7574C98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338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11BBE-68DC-476A-A178-D5F37CF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assessments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18C3B-E1FF-4A3E-9654-681ACD7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class_subject_id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FK academic_period_id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FCE4D3-A78A-4C35-A4D2-AD93C099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3387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EC1DA-94F1-4923-86AC-50B56857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338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125DC6-9BDC-40A0-BDB2-BA5CA86C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81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subjects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874C0F-0C32-4DD5-9D8C-6CA29EA7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5297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337FD7-5C75-44A0-95D3-3E4FB7D6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190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4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068A74-EA2B-45BD-B31C-453E3170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CEE0A0-BADF-490E-829A-0A3A9B3C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academic_periods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014F5E-CAEA-4571-BC12-2EB38D77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038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2310E1-C10F-4B0B-A762-71EF813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676900"/>
            <a:ext cx="133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535F65-ED92-44ED-9727-22A54390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962650"/>
            <a:ext cx="5524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0A1931-C1C2-4FE6-B433-601A704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676900"/>
            <a:ext cx="133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E9CE89-B06B-4C7F-AD14-77241567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812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C24133-814C-45B0-B5C6-563AE159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148D61-72F5-427B-BD72-76738FAE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812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BEC118-117C-4D94-B27D-D18B6FE3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57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2CAD09-BD89-49B2-A755-78A07D3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812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D2935A-94CC-4016-B2ED-D4F957F4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6D8DFF-F0B5-4723-B034-DF16DABC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76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783CA6-52E5-4E53-AB40-8B08365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90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D5DA8A-234F-438B-9AD2-5988CEE4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76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4310CD-0B64-465B-8B89-F7D2E93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90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011A42-0ECD-474E-BC97-AAB41DF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291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1671B5-86DC-446C-A396-F43D7E6B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19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6652BC-A1A6-4CF4-8CDC-C64DC5E4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715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846D3A-3B79-4704-B856-7639CF6A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15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C0E5B3-BDE5-4792-90A7-D09AAECD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476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195ED7-B7CF-4FBD-AD75-7E67F2D2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90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0..*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B3EF68-A8A9-4E76-A957-6873120C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Recorte do núcleo acadêmico em PostgreSQL / Supabase. PK: chave primária. FK: chave estrangeira.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76F801-1533-4300-B21C-5091A6FF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1 e 0..*: cardinalidades. Usuários, aulas, frequência e outras tabelas foram omitidos.</a:t>
            </a:r>
          </a:p>
        </p:txBody>
      </p:sp>
    </p:spTree>
    <p:extLst>
      <p:ext uri="{BB962C8B-B14F-4D97-AF65-F5344CB8AC3E}">
        <p14:creationId xmlns:p14="http://schemas.microsoft.com/office/powerpoint/2010/main" val="544056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77500-3943-4566-B4C8-7EE903A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FAEHUB+ / PROJETO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8BA90-FCE0-4E38-9A27-DD86A286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47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0AC15-8C06-4840-B2A8-A6BC36A0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6A4E3-4724-403F-8E00-1D9B8ECF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Demonstração prática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A84C2-10F8-481F-B607-96FAE74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Thiago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28E13-472C-49C0-BA8D-A263E6D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47D8"/>
                </a:solidFill>
                <a:latin typeface="Arial"/>
                <a:ea typeface="Arial"/>
                <a:cs typeface="Arial"/>
              </a:rPr>
              <a:t>Aluno e família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8AEAF-DB5F-4245-BBC7-01765D8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1. Acessar o espaço do aluno.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2. Consultar boletim, frequência e horário.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3. Abrir atividades e comunicados.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4. Mostrar a visão do responsável.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E08AD-81C6-496F-BB5A-7A0810C8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812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7D8"/>
                </a:solidFill>
                <a:latin typeface="Arial"/>
                <a:ea typeface="Arial"/>
                <a:cs typeface="Arial"/>
              </a:rPr>
              <a:t>Jonathan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DD551-9D69-46BD-A662-75300525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47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47D8"/>
                </a:solidFill>
                <a:latin typeface="Arial"/>
                <a:ea typeface="Arial"/>
                <a:cs typeface="Arial"/>
              </a:rPr>
              <a:t>Professor e direção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33168-041A-47E5-BCCB-E278B9E4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19425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1. Acessar o espaço do professor.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2. Mostrar notas, chamada e atividades.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3. Acessar o espaço da direção.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4. Mostrar estrutura e relatórios.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49393-0F16-4EB3-A62C-D77B4E7B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7E0E0-E9C1-47E5-A557-57FAEB74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Preparação: ensaiar com contas de demonstração e levar slides e gravação de backup.</a:t>
            </a:r>
          </a:p>
        </p:txBody>
      </p:sp>
    </p:spTree>
    <p:extLst>
      <p:ext uri="{BB962C8B-B14F-4D97-AF65-F5344CB8AC3E}">
        <p14:creationId xmlns:p14="http://schemas.microsoft.com/office/powerpoint/2010/main" val="1622512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2026-10-27T15:46:24.4700000Z</dcterms:created>
  <dcterms:modified xsi:type="dcterms:W3CDTF">2026-10-27T15:46:24.4700000Z</dcterms:modified>
</coreProperties>
</file>